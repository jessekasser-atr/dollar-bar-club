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D970"/>
            </a:gs>
            <a:gs pos="50000">
              <a:srgbClr val="30D4A8"/>
            </a:gs>
            <a:gs pos="100000">
              <a:srgbClr val="45C8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DOLLAR BAR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Bar Partner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Powered by BarGlance  |  Austin Pilot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5C"/>
                </a:solidFill>
                <a:latin typeface="Arial"/>
              </a:defRPr>
            </a:pPr>
            <a:r>
              <a:t>What is Dollar Bar Club?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A free digital membership that drives new customers to your bar through exclusive, one-time drink offers. No app download needed - it's a mobile web app.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2926080"/>
            <a:ext cx="640080" cy="640080"/>
          </a:xfrm>
          <a:prstGeom prst="ellipse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5C"/>
                </a:solidFill>
                <a:latin typeface="Arial"/>
              </a:defRPr>
            </a:pPr>
            <a:r>
              <a:t>SIGN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Free membership via</a:t>
            </a:r>
            <a:br/>
            <a:r>
              <a:t>email + Austin ZIP.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2926080"/>
            <a:ext cx="640080" cy="640080"/>
          </a:xfrm>
          <a:prstGeom prst="ellipse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5C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Members browse bars</a:t>
            </a:r>
            <a:br/>
            <a:r>
              <a:t>and see your offer.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2926080"/>
            <a:ext cx="640080" cy="640080"/>
          </a:xfrm>
          <a:prstGeom prst="ellipse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5C"/>
                </a:solidFill>
                <a:latin typeface="Arial"/>
              </a:defRPr>
            </a:pPr>
            <a:r>
              <a:t>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GPS confirms they're</a:t>
            </a:r>
            <a:br/>
            <a:r>
              <a:t>at your venue.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2926080"/>
            <a:ext cx="640080" cy="640080"/>
          </a:xfrm>
          <a:prstGeom prst="ellipse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749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5C"/>
                </a:solidFill>
                <a:latin typeface="Arial"/>
              </a:defRPr>
            </a:pPr>
            <a:r>
              <a:t>REDEEM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Show screen to bartender.</a:t>
            </a:r>
            <a:br/>
            <a:r>
              <a:t>Enjoy the drink.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5C"/>
                </a:solidFill>
                <a:latin typeface="Arial"/>
              </a:defRPr>
            </a:pPr>
            <a:r>
              <a:t>Why Partner With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New Foot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Real customers walking through your door, incentivized by an exclusive offer.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Curated, Not Cheap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This isn't a coupon app. Your bar is positioned as a members-only destination.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37559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One-Time Offers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7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Each member redeems once. They come back because they love your bar.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337559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Zero Tech Hassle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7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No hardware, no POS integration. Member shows a screen. That's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92040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Data &amp;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Track redemption volume, timing, and member activity at your venue.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92040"/>
            <a:ext cx="182880" cy="18288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Free to Join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No cost, no commitment. See the results firsthand.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gradFill>
            <a:gsLst>
              <a:gs pos="0">
                <a:srgbClr val="00D970"/>
              </a:gs>
              <a:gs pos="50000">
                <a:srgbClr val="30D4A8"/>
              </a:gs>
              <a:gs pos="100000">
                <a:srgbClr val="45C8E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5C"/>
                </a:solidFill>
                <a:latin typeface="Arial"/>
              </a:defRPr>
            </a:pPr>
            <a:r>
              <a:t>Austin Pilot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We're launching with a small group of hand-picked Austin bars. You choose the offer - a signature cocktail, a featured draft, a house special - whatever represents your 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rPr dirty="0"/>
              <a:t>Austin locals only (ZIP-verified membership)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rPr dirty="0"/>
              <a:t>Free for bars during pilot - no cost, no commitment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rPr dirty="0"/>
              <a:t>Full redemption tracking from day one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rPr dirty="0"/>
              <a:t>You pick the drink offer that fits your brand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rPr dirty="0"/>
              <a:t>Founding partners get priority placement as we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393192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5C"/>
                </a:solidFill>
                <a:latin typeface="Arial"/>
              </a:defRPr>
            </a:pPr>
            <a:r>
              <a:t>PILOT PARTNERS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5661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Early access &amp; top placement</a:t>
            </a:r>
          </a:p>
          <a:p>
            <a:pPr>
              <a:spcAft>
                <a:spcPts val="10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Input on features &amp; direction</a:t>
            </a:r>
          </a:p>
          <a:p>
            <a:pPr>
              <a:spcAft>
                <a:spcPts val="10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Founding partner recognition</a:t>
            </a:r>
          </a:p>
          <a:p>
            <a:pPr>
              <a:spcAft>
                <a:spcPts val="10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First look at growth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D970"/>
            </a:gs>
            <a:gs pos="50000">
              <a:srgbClr val="30D4A8"/>
            </a:gs>
            <a:gs pos="100000">
              <a:srgbClr val="45C8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Let's Partner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01752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We'd love to feature your bar in Dollar Bar Club.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Get in touch to learn more and join the Austin pilot.</a:t>
            </a:r>
            <a:br/>
            <a:br/>
            <a:r>
              <a:t>BarGlance  |  dollarbarclub.com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329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Moss</cp:lastModifiedBy>
  <cp:revision>1</cp:revision>
  <dcterms:created xsi:type="dcterms:W3CDTF">2013-01-27T09:14:16Z</dcterms:created>
  <dcterms:modified xsi:type="dcterms:W3CDTF">2026-03-06T23:50:12Z</dcterms:modified>
  <cp:category/>
</cp:coreProperties>
</file>